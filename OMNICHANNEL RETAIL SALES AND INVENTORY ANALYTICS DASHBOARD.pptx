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71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03D2F-B570-922C-EF9D-F5AA6867E8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OMNICHANNEL RETAIL SALES AND INVENTORY ANALYTICS DASHBOARD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D3407C-F6D8-F8F2-583A-1C835E5ACD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3" y="3139922"/>
            <a:ext cx="8791575" cy="1655762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Presented by:</a:t>
            </a:r>
            <a:br>
              <a:rPr lang="en-IN" dirty="0"/>
            </a:br>
            <a:r>
              <a:rPr lang="en-IN" dirty="0"/>
              <a:t>Radhi Ahiwasi</a:t>
            </a:r>
            <a:br>
              <a:rPr lang="en-IN" dirty="0"/>
            </a:br>
            <a:r>
              <a:rPr lang="en-IN" dirty="0"/>
              <a:t>Shahil Farshad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Internship Organization:</a:t>
            </a:r>
            <a:br>
              <a:rPr lang="en-IN" dirty="0"/>
            </a:br>
            <a:r>
              <a:rPr lang="en-IN" dirty="0" err="1"/>
              <a:t>Infotact</a:t>
            </a:r>
            <a:r>
              <a:rPr lang="en-IN" dirty="0"/>
              <a:t> Solutions</a:t>
            </a:r>
          </a:p>
        </p:txBody>
      </p:sp>
    </p:spTree>
    <p:extLst>
      <p:ext uri="{BB962C8B-B14F-4D97-AF65-F5344CB8AC3E}">
        <p14:creationId xmlns:p14="http://schemas.microsoft.com/office/powerpoint/2010/main" val="1206475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82E4D-C6B3-A366-4E34-7027FCC2D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77F6A1-0673-9DDF-41D7-98F7165B08B3}"/>
              </a:ext>
            </a:extLst>
          </p:cNvPr>
          <p:cNvSpPr txBox="1"/>
          <p:nvPr/>
        </p:nvSpPr>
        <p:spPr>
          <a:xfrm>
            <a:off x="1141413" y="2097088"/>
            <a:ext cx="916279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- This project focuses on </a:t>
            </a:r>
            <a:r>
              <a:rPr lang="en-IN" dirty="0" err="1"/>
              <a:t>analyzing</a:t>
            </a:r>
            <a:r>
              <a:rPr lang="en-IN" dirty="0"/>
              <a:t> retail sales data from multiple channels such as store and online platforms.</a:t>
            </a:r>
          </a:p>
          <a:p>
            <a:endParaRPr lang="en-IN" dirty="0"/>
          </a:p>
          <a:p>
            <a:r>
              <a:rPr lang="en-IN" dirty="0"/>
              <a:t>- The aim is to understand sales performance, customer </a:t>
            </a:r>
            <a:r>
              <a:rPr lang="en-IN" dirty="0" err="1"/>
              <a:t>behavior</a:t>
            </a:r>
            <a:r>
              <a:rPr lang="en-IN" dirty="0"/>
              <a:t>, and inventory management.</a:t>
            </a:r>
          </a:p>
          <a:p>
            <a:endParaRPr lang="en-IN" dirty="0"/>
          </a:p>
          <a:p>
            <a:r>
              <a:rPr lang="en-IN" dirty="0"/>
              <a:t>- The project helps in identifying patterns and trends in the data.</a:t>
            </a:r>
          </a:p>
          <a:p>
            <a:endParaRPr lang="en-IN" dirty="0"/>
          </a:p>
          <a:p>
            <a:r>
              <a:rPr lang="en-IN" dirty="0"/>
              <a:t>- It also supports businesses in making better and data-driven decisions.</a:t>
            </a:r>
          </a:p>
        </p:txBody>
      </p:sp>
    </p:spTree>
    <p:extLst>
      <p:ext uri="{BB962C8B-B14F-4D97-AF65-F5344CB8AC3E}">
        <p14:creationId xmlns:p14="http://schemas.microsoft.com/office/powerpoint/2010/main" val="2372200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D8128-4896-F5C2-20AB-59FB46269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BFC645-CE27-1EB4-359E-1EB1E51C82E2}"/>
              </a:ext>
            </a:extLst>
          </p:cNvPr>
          <p:cNvSpPr txBox="1"/>
          <p:nvPr/>
        </p:nvSpPr>
        <p:spPr>
          <a:xfrm>
            <a:off x="1297858" y="1307800"/>
            <a:ext cx="784368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IN" dirty="0"/>
              <a:t>- To </a:t>
            </a:r>
            <a:r>
              <a:rPr lang="en-IN" dirty="0" err="1"/>
              <a:t>analyze</a:t>
            </a:r>
            <a:r>
              <a:rPr lang="en-IN" dirty="0"/>
              <a:t> retail sales data from multiple channels.</a:t>
            </a:r>
          </a:p>
          <a:p>
            <a:endParaRPr lang="en-IN" dirty="0"/>
          </a:p>
          <a:p>
            <a:r>
              <a:rPr lang="en-IN" dirty="0"/>
              <a:t>- To understand customer </a:t>
            </a:r>
            <a:r>
              <a:rPr lang="en-IN" dirty="0" err="1"/>
              <a:t>behavior</a:t>
            </a:r>
            <a:r>
              <a:rPr lang="en-IN" dirty="0"/>
              <a:t> and identify high-value customers.</a:t>
            </a:r>
          </a:p>
          <a:p>
            <a:endParaRPr lang="en-IN" dirty="0"/>
          </a:p>
          <a:p>
            <a:r>
              <a:rPr lang="en-IN" dirty="0"/>
              <a:t>- To identify top-performing products and categories.</a:t>
            </a:r>
          </a:p>
          <a:p>
            <a:endParaRPr lang="en-IN" dirty="0"/>
          </a:p>
          <a:p>
            <a:r>
              <a:rPr lang="en-IN" dirty="0"/>
              <a:t>- To </a:t>
            </a:r>
            <a:r>
              <a:rPr lang="en-IN" dirty="0" err="1"/>
              <a:t>analyze</a:t>
            </a:r>
            <a:r>
              <a:rPr lang="en-IN" dirty="0"/>
              <a:t> regional sales performance.</a:t>
            </a:r>
          </a:p>
          <a:p>
            <a:endParaRPr lang="en-IN" dirty="0"/>
          </a:p>
          <a:p>
            <a:r>
              <a:rPr lang="en-IN" dirty="0"/>
              <a:t>- To monitor inventory levels and identify restocking needs.</a:t>
            </a:r>
          </a:p>
          <a:p>
            <a:endParaRPr lang="en-IN" dirty="0"/>
          </a:p>
          <a:p>
            <a:r>
              <a:rPr lang="en-IN" dirty="0"/>
              <a:t>- To generate meaningful insights for better business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021146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89F8A-7CDE-CA05-C8FE-3A006B297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610D56-189F-D34A-03CF-C0F94D26842C}"/>
              </a:ext>
            </a:extLst>
          </p:cNvPr>
          <p:cNvSpPr txBox="1"/>
          <p:nvPr/>
        </p:nvSpPr>
        <p:spPr>
          <a:xfrm>
            <a:off x="1141413" y="1956620"/>
            <a:ext cx="800012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- The dataset contains retail sales and inventory data.</a:t>
            </a:r>
          </a:p>
          <a:p>
            <a:endParaRPr lang="en-IN" dirty="0"/>
          </a:p>
          <a:p>
            <a:r>
              <a:rPr lang="en-IN" dirty="0"/>
              <a:t>- Total Records: Approximately 1000 rows and 15 columns.</a:t>
            </a:r>
          </a:p>
          <a:p>
            <a:endParaRPr lang="en-IN" dirty="0"/>
          </a:p>
          <a:p>
            <a:r>
              <a:rPr lang="en-IN" dirty="0"/>
              <a:t>- It includes information related to:</a:t>
            </a:r>
          </a:p>
          <a:p>
            <a:r>
              <a:rPr lang="en-IN" dirty="0"/>
              <a:t>  • Order details</a:t>
            </a:r>
          </a:p>
          <a:p>
            <a:r>
              <a:rPr lang="en-IN" dirty="0"/>
              <a:t>  • Product details</a:t>
            </a:r>
          </a:p>
          <a:p>
            <a:r>
              <a:rPr lang="en-IN" dirty="0"/>
              <a:t>  • Customer segments</a:t>
            </a:r>
          </a:p>
          <a:p>
            <a:r>
              <a:rPr lang="en-IN" dirty="0"/>
              <a:t>  • Sales amount</a:t>
            </a:r>
          </a:p>
          <a:p>
            <a:r>
              <a:rPr lang="en-IN" dirty="0"/>
              <a:t>  • Inventory levels</a:t>
            </a:r>
          </a:p>
          <a:p>
            <a:endParaRPr lang="en-IN" dirty="0"/>
          </a:p>
          <a:p>
            <a:r>
              <a:rPr lang="en-IN" dirty="0"/>
              <a:t>- Each row represents a unique transaction.</a:t>
            </a:r>
          </a:p>
          <a:p>
            <a:endParaRPr lang="en-IN" dirty="0"/>
          </a:p>
          <a:p>
            <a:r>
              <a:rPr lang="en-IN" dirty="0"/>
              <a:t>- The dataset is suitable for </a:t>
            </a:r>
            <a:r>
              <a:rPr lang="en-IN" dirty="0" err="1"/>
              <a:t>analyzing</a:t>
            </a:r>
            <a:r>
              <a:rPr lang="en-IN" dirty="0"/>
              <a:t> sales performance and inventory management.</a:t>
            </a:r>
          </a:p>
        </p:txBody>
      </p:sp>
    </p:spTree>
    <p:extLst>
      <p:ext uri="{BB962C8B-B14F-4D97-AF65-F5344CB8AC3E}">
        <p14:creationId xmlns:p14="http://schemas.microsoft.com/office/powerpoint/2010/main" val="3787044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A5990-D41B-A16C-A7E2-0C15EB8BA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used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B75B31-0EDE-1AD7-15C6-F5BEDA99717F}"/>
              </a:ext>
            </a:extLst>
          </p:cNvPr>
          <p:cNvSpPr txBox="1"/>
          <p:nvPr/>
        </p:nvSpPr>
        <p:spPr>
          <a:xfrm>
            <a:off x="1141413" y="1357803"/>
            <a:ext cx="784368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IN" dirty="0"/>
              <a:t>- Microsoft Excel</a:t>
            </a:r>
          </a:p>
          <a:p>
            <a:r>
              <a:rPr lang="en-IN" dirty="0"/>
              <a:t>  • Used for data cleaning and preprocessing</a:t>
            </a:r>
          </a:p>
          <a:p>
            <a:endParaRPr lang="en-IN" dirty="0"/>
          </a:p>
          <a:p>
            <a:r>
              <a:rPr lang="en-IN" dirty="0"/>
              <a:t>- Python</a:t>
            </a:r>
          </a:p>
          <a:p>
            <a:r>
              <a:rPr lang="en-IN" dirty="0"/>
              <a:t>  • Used for Exploratory Data Analysis (EDA)</a:t>
            </a:r>
          </a:p>
          <a:p>
            <a:endParaRPr lang="en-IN" dirty="0"/>
          </a:p>
          <a:p>
            <a:r>
              <a:rPr lang="en-IN" dirty="0"/>
              <a:t>- Libraries Used:</a:t>
            </a:r>
          </a:p>
          <a:p>
            <a:r>
              <a:rPr lang="en-IN" dirty="0"/>
              <a:t>  • Pandas – Data handling</a:t>
            </a:r>
          </a:p>
          <a:p>
            <a:r>
              <a:rPr lang="en-IN" dirty="0"/>
              <a:t>  • Matplotlib – Data visualization</a:t>
            </a:r>
          </a:p>
          <a:p>
            <a:r>
              <a:rPr lang="en-IN" dirty="0"/>
              <a:t>  • Seaborn – Advanced visualization</a:t>
            </a:r>
          </a:p>
          <a:p>
            <a:endParaRPr lang="en-IN" dirty="0"/>
          </a:p>
          <a:p>
            <a:r>
              <a:rPr lang="en-IN" dirty="0"/>
              <a:t>- SQL</a:t>
            </a:r>
          </a:p>
          <a:p>
            <a:r>
              <a:rPr lang="en-IN" dirty="0"/>
              <a:t>  • Used for basic data querying</a:t>
            </a:r>
          </a:p>
          <a:p>
            <a:endParaRPr lang="en-IN" dirty="0"/>
          </a:p>
          <a:p>
            <a:r>
              <a:rPr lang="en-IN" dirty="0"/>
              <a:t>- Power BI</a:t>
            </a:r>
          </a:p>
          <a:p>
            <a:r>
              <a:rPr lang="en-IN" dirty="0"/>
              <a:t>  • Used to create interactive dashboards and visualizations</a:t>
            </a:r>
          </a:p>
        </p:txBody>
      </p:sp>
    </p:spTree>
    <p:extLst>
      <p:ext uri="{BB962C8B-B14F-4D97-AF65-F5344CB8AC3E}">
        <p14:creationId xmlns:p14="http://schemas.microsoft.com/office/powerpoint/2010/main" val="1179365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F334E-5563-F485-62F6-6E6EDA7C3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cleaning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B742A8-6036-F796-B391-C356E628FF29}"/>
              </a:ext>
            </a:extLst>
          </p:cNvPr>
          <p:cNvSpPr txBox="1"/>
          <p:nvPr/>
        </p:nvSpPr>
        <p:spPr>
          <a:xfrm>
            <a:off x="1141413" y="1248697"/>
            <a:ext cx="816973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IN" dirty="0"/>
              <a:t>- Data cleaning was performed using Microsoft Excel.</a:t>
            </a:r>
          </a:p>
          <a:p>
            <a:endParaRPr lang="en-IN" dirty="0"/>
          </a:p>
          <a:p>
            <a:r>
              <a:rPr lang="en-IN" dirty="0"/>
              <a:t>- Removed missing and null values to ensure data accuracy.</a:t>
            </a:r>
          </a:p>
          <a:p>
            <a:endParaRPr lang="en-IN" dirty="0"/>
          </a:p>
          <a:p>
            <a:r>
              <a:rPr lang="en-IN" dirty="0"/>
              <a:t>- Eliminated duplicate records to avoid repeated data.</a:t>
            </a:r>
          </a:p>
          <a:p>
            <a:endParaRPr lang="en-IN" dirty="0"/>
          </a:p>
          <a:p>
            <a:r>
              <a:rPr lang="en-IN" dirty="0"/>
              <a:t>- Corrected inconsistent and incorrect entries.</a:t>
            </a:r>
          </a:p>
          <a:p>
            <a:endParaRPr lang="en-IN" dirty="0"/>
          </a:p>
          <a:p>
            <a:r>
              <a:rPr lang="en-IN" dirty="0"/>
              <a:t>- Standardized data formats, especially for date and numerical fields.</a:t>
            </a:r>
          </a:p>
          <a:p>
            <a:endParaRPr lang="en-IN" dirty="0"/>
          </a:p>
          <a:p>
            <a:r>
              <a:rPr lang="en-IN" dirty="0"/>
              <a:t>- Ensured all columns have correct data types.</a:t>
            </a:r>
          </a:p>
          <a:p>
            <a:endParaRPr lang="en-IN" dirty="0"/>
          </a:p>
          <a:p>
            <a:r>
              <a:rPr lang="en-IN" dirty="0"/>
              <a:t>- This step improved data quality and made it ready for analysis.</a:t>
            </a:r>
          </a:p>
        </p:txBody>
      </p:sp>
    </p:spTree>
    <p:extLst>
      <p:ext uri="{BB962C8B-B14F-4D97-AF65-F5344CB8AC3E}">
        <p14:creationId xmlns:p14="http://schemas.microsoft.com/office/powerpoint/2010/main" val="3637291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D6E39-F5B6-F91C-1DC8-B306F5185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 (EDA)</a:t>
            </a:r>
            <a:br>
              <a:rPr lang="en-IN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EBE4B9-07B5-A6F2-82CC-A55CD723C460}"/>
              </a:ext>
            </a:extLst>
          </p:cNvPr>
          <p:cNvSpPr txBox="1"/>
          <p:nvPr/>
        </p:nvSpPr>
        <p:spPr>
          <a:xfrm>
            <a:off x="1202864" y="1311459"/>
            <a:ext cx="610091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IN" dirty="0"/>
              <a:t>- EDA was performed using Python to understand the dataset.</a:t>
            </a:r>
          </a:p>
          <a:p>
            <a:endParaRPr lang="en-IN" dirty="0"/>
          </a:p>
          <a:p>
            <a:r>
              <a:rPr lang="en-IN" dirty="0"/>
              <a:t>- </a:t>
            </a:r>
            <a:r>
              <a:rPr lang="en-IN" dirty="0" err="1"/>
              <a:t>Analyzed</a:t>
            </a:r>
            <a:r>
              <a:rPr lang="en-IN" dirty="0"/>
              <a:t> sales across different channels, regions, and customer segments.</a:t>
            </a:r>
          </a:p>
          <a:p>
            <a:endParaRPr lang="en-IN" dirty="0"/>
          </a:p>
          <a:p>
            <a:r>
              <a:rPr lang="en-IN" dirty="0"/>
              <a:t>- Compared product categories to identify top-performing products.</a:t>
            </a:r>
          </a:p>
          <a:p>
            <a:endParaRPr lang="en-IN" dirty="0"/>
          </a:p>
          <a:p>
            <a:r>
              <a:rPr lang="en-IN" dirty="0"/>
              <a:t>- Studied sales trends over time to identify patterns.</a:t>
            </a:r>
          </a:p>
          <a:p>
            <a:endParaRPr lang="en-IN" dirty="0"/>
          </a:p>
          <a:p>
            <a:r>
              <a:rPr lang="en-IN" dirty="0"/>
              <a:t>- Evaluated inventory levels to detect low-stock products.</a:t>
            </a:r>
          </a:p>
          <a:p>
            <a:endParaRPr lang="en-IN" dirty="0"/>
          </a:p>
          <a:p>
            <a:r>
              <a:rPr lang="en-IN" dirty="0"/>
              <a:t>- Helped in discovering patterns, trends, and relationships in the data.</a:t>
            </a:r>
          </a:p>
        </p:txBody>
      </p:sp>
    </p:spTree>
    <p:extLst>
      <p:ext uri="{BB962C8B-B14F-4D97-AF65-F5344CB8AC3E}">
        <p14:creationId xmlns:p14="http://schemas.microsoft.com/office/powerpoint/2010/main" val="3268474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93D52-4824-A8F5-6CED-EEBD9BED8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CORRELATION &amp; HEATMAP</a:t>
            </a:r>
            <a:br>
              <a:rPr lang="en-IN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0C3231-2EF6-9977-BFE7-FD2593EE98D3}"/>
              </a:ext>
            </a:extLst>
          </p:cNvPr>
          <p:cNvSpPr txBox="1"/>
          <p:nvPr/>
        </p:nvSpPr>
        <p:spPr>
          <a:xfrm>
            <a:off x="1141413" y="1305341"/>
            <a:ext cx="610091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IN" dirty="0"/>
              <a:t>- Correlation analysis was performed to understand relationships between variables.</a:t>
            </a:r>
          </a:p>
          <a:p>
            <a:endParaRPr lang="en-IN" dirty="0"/>
          </a:p>
          <a:p>
            <a:r>
              <a:rPr lang="en-IN" dirty="0"/>
              <a:t>- Strong relationship observed between:</a:t>
            </a:r>
          </a:p>
          <a:p>
            <a:r>
              <a:rPr lang="en-IN" dirty="0"/>
              <a:t>  • Sales Amount and Quantity Sold</a:t>
            </a:r>
          </a:p>
          <a:p>
            <a:r>
              <a:rPr lang="en-IN" dirty="0"/>
              <a:t>  • Sales Amount and Unit Price</a:t>
            </a:r>
          </a:p>
          <a:p>
            <a:endParaRPr lang="en-IN" dirty="0"/>
          </a:p>
          <a:p>
            <a:r>
              <a:rPr lang="en-IN" dirty="0"/>
              <a:t>- This shows that sales increase with higher price and quantity.</a:t>
            </a:r>
          </a:p>
          <a:p>
            <a:endParaRPr lang="en-IN" dirty="0"/>
          </a:p>
          <a:p>
            <a:r>
              <a:rPr lang="en-IN" dirty="0"/>
              <a:t>- A heatmap was used to visually represent these relationships.</a:t>
            </a:r>
          </a:p>
          <a:p>
            <a:endParaRPr lang="en-IN" dirty="0"/>
          </a:p>
          <a:p>
            <a:r>
              <a:rPr lang="en-IN" dirty="0"/>
              <a:t>- It helps in easily identifying strong and weak correlations in the dataset.</a:t>
            </a:r>
          </a:p>
        </p:txBody>
      </p:sp>
    </p:spTree>
    <p:extLst>
      <p:ext uri="{BB962C8B-B14F-4D97-AF65-F5344CB8AC3E}">
        <p14:creationId xmlns:p14="http://schemas.microsoft.com/office/powerpoint/2010/main" val="3142860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6BD74-73B8-3463-14D6-D155FBA03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</a:t>
            </a:r>
            <a:br>
              <a:rPr lang="en-IN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DE8485-4FA1-9DFC-E17F-EAA3B974EC0C}"/>
              </a:ext>
            </a:extLst>
          </p:cNvPr>
          <p:cNvSpPr txBox="1"/>
          <p:nvPr/>
        </p:nvSpPr>
        <p:spPr>
          <a:xfrm>
            <a:off x="1013595" y="1199536"/>
            <a:ext cx="629177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IN" dirty="0"/>
              <a:t>- Sales are mainly influenced by quantity sold and unit price.</a:t>
            </a:r>
          </a:p>
          <a:p>
            <a:endParaRPr lang="en-IN" dirty="0"/>
          </a:p>
          <a:p>
            <a:r>
              <a:rPr lang="en-IN" dirty="0"/>
              <a:t>- Corporate customer segment generates the highest revenue.</a:t>
            </a:r>
          </a:p>
          <a:p>
            <a:endParaRPr lang="en-IN" dirty="0"/>
          </a:p>
          <a:p>
            <a:r>
              <a:rPr lang="en-IN" dirty="0"/>
              <a:t>- East region shows the best sales performance.</a:t>
            </a:r>
          </a:p>
          <a:p>
            <a:endParaRPr lang="en-IN" dirty="0"/>
          </a:p>
          <a:p>
            <a:r>
              <a:rPr lang="en-IN" dirty="0"/>
              <a:t>- Store channel slightly outperforms online channel.</a:t>
            </a:r>
          </a:p>
          <a:p>
            <a:endParaRPr lang="en-IN" dirty="0"/>
          </a:p>
          <a:p>
            <a:r>
              <a:rPr lang="en-IN" dirty="0"/>
              <a:t>- Debit Card is the most commonly used payment method.</a:t>
            </a:r>
          </a:p>
          <a:p>
            <a:endParaRPr lang="en-IN" dirty="0"/>
          </a:p>
          <a:p>
            <a:r>
              <a:rPr lang="en-IN" dirty="0"/>
              <a:t>- Some products have low inventory and require restocking.</a:t>
            </a:r>
          </a:p>
          <a:p>
            <a:endParaRPr lang="en-IN" dirty="0"/>
          </a:p>
          <a:p>
            <a:r>
              <a:rPr lang="en-IN" dirty="0"/>
              <a:t>- Sales vary over time, showing peak and low demand periods.</a:t>
            </a:r>
          </a:p>
        </p:txBody>
      </p:sp>
    </p:spTree>
    <p:extLst>
      <p:ext uri="{BB962C8B-B14F-4D97-AF65-F5344CB8AC3E}">
        <p14:creationId xmlns:p14="http://schemas.microsoft.com/office/powerpoint/2010/main" val="2516903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C5782-A408-60B0-511F-3F37D2B85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POWER BI DASHBOARD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2F20BF-18E2-EB5B-8C88-4E6718BE976E}"/>
              </a:ext>
            </a:extLst>
          </p:cNvPr>
          <p:cNvSpPr txBox="1"/>
          <p:nvPr/>
        </p:nvSpPr>
        <p:spPr>
          <a:xfrm>
            <a:off x="1141413" y="845574"/>
            <a:ext cx="736349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IN" dirty="0"/>
              <a:t>- An interactive dashboard was created using Power BI.</a:t>
            </a:r>
          </a:p>
          <a:p>
            <a:endParaRPr lang="en-IN" dirty="0"/>
          </a:p>
          <a:p>
            <a:r>
              <a:rPr lang="en-IN" dirty="0"/>
              <a:t>- It displays key metrics such as Total Sales, Total Orders, and Average Order Value.</a:t>
            </a:r>
          </a:p>
          <a:p>
            <a:endParaRPr lang="en-IN" dirty="0"/>
          </a:p>
          <a:p>
            <a:r>
              <a:rPr lang="en-IN" dirty="0"/>
              <a:t>- Visualizations include:</a:t>
            </a:r>
          </a:p>
          <a:p>
            <a:r>
              <a:rPr lang="en-IN" dirty="0"/>
              <a:t>  • Sales by Category</a:t>
            </a:r>
          </a:p>
          <a:p>
            <a:r>
              <a:rPr lang="en-IN" dirty="0"/>
              <a:t>  • Sales by Region</a:t>
            </a:r>
          </a:p>
          <a:p>
            <a:r>
              <a:rPr lang="en-IN" dirty="0"/>
              <a:t>  • Sales Trends over Time</a:t>
            </a:r>
          </a:p>
          <a:p>
            <a:r>
              <a:rPr lang="en-IN" dirty="0"/>
              <a:t>  • Sales by Channel</a:t>
            </a:r>
          </a:p>
          <a:p>
            <a:endParaRPr lang="en-IN" dirty="0"/>
          </a:p>
          <a:p>
            <a:r>
              <a:rPr lang="en-IN" dirty="0"/>
              <a:t>- Filters (slicers) are added for better interaction and data exploration.</a:t>
            </a:r>
          </a:p>
          <a:p>
            <a:endParaRPr lang="en-IN" dirty="0"/>
          </a:p>
          <a:p>
            <a:r>
              <a:rPr lang="en-IN" dirty="0"/>
              <a:t>- The dashboard helps in understanding data easily and supports better decision-making.</a:t>
            </a:r>
          </a:p>
          <a:p>
            <a:endParaRPr lang="en-IN" dirty="0"/>
          </a:p>
          <a:p>
            <a:r>
              <a:rPr lang="en-IN" dirty="0"/>
              <a:t>- Provides a clear and visual representation of business performance.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B3E622-C0BC-7801-8B33-189254236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2602661" y="7670481"/>
            <a:ext cx="4712540" cy="2583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892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C6C98-0943-5AA2-D12D-78B6170C4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751" y="1119963"/>
            <a:ext cx="9905998" cy="147857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0956A2-F7F2-6AD2-C4C9-2704FCC87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128" y="904568"/>
            <a:ext cx="9798121" cy="537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613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FF15C-8EFF-AB9E-209B-DCA051E2A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032" y="875071"/>
            <a:ext cx="10746657" cy="2438399"/>
          </a:xfrm>
        </p:spPr>
        <p:txBody>
          <a:bodyPr>
            <a:normAutofit/>
          </a:bodyPr>
          <a:lstStyle/>
          <a:p>
            <a:r>
              <a:rPr lang="en-IN" dirty="0"/>
              <a:t>DASHBOARD INSIGHTS</a:t>
            </a:r>
            <a:br>
              <a:rPr lang="en-IN" dirty="0"/>
            </a:br>
            <a:br>
              <a:rPr lang="en-IN" dirty="0"/>
            </a:br>
            <a:r>
              <a:rPr lang="en-IN" dirty="0"/>
              <a:t>Key Performance Indicators (KPIs):</a:t>
            </a:r>
            <a:br>
              <a:rPr lang="en-IN" dirty="0"/>
            </a:b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1F2B95-49CA-B9FD-42C6-4DBDC6A012BF}"/>
              </a:ext>
            </a:extLst>
          </p:cNvPr>
          <p:cNvSpPr txBox="1"/>
          <p:nvPr/>
        </p:nvSpPr>
        <p:spPr>
          <a:xfrm>
            <a:off x="1415845" y="2786371"/>
            <a:ext cx="620415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IN" dirty="0"/>
              <a:t>- Total Sales: 37.95M indicating strong overall business performance</a:t>
            </a:r>
          </a:p>
          <a:p>
            <a:r>
              <a:rPr lang="en-IN" dirty="0"/>
              <a:t>- Total Orders: 1000 showing consistent customer transactions</a:t>
            </a:r>
          </a:p>
          <a:p>
            <a:r>
              <a:rPr lang="en-IN" dirty="0"/>
              <a:t>- Average Order Value: 37.95K reflecting customer spending </a:t>
            </a:r>
            <a:r>
              <a:rPr lang="en-IN" dirty="0" err="1"/>
              <a:t>behavior</a:t>
            </a:r>
            <a:endParaRPr lang="en-IN" dirty="0"/>
          </a:p>
          <a:p>
            <a:r>
              <a:rPr lang="en-IN" dirty="0"/>
              <a:t>- Total Units Sold: 2.98K representing product demand</a:t>
            </a:r>
          </a:p>
        </p:txBody>
      </p:sp>
    </p:spTree>
    <p:extLst>
      <p:ext uri="{BB962C8B-B14F-4D97-AF65-F5344CB8AC3E}">
        <p14:creationId xmlns:p14="http://schemas.microsoft.com/office/powerpoint/2010/main" val="1080690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1A9E1-BCEB-5DB3-F699-19B68737F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Visual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3880C2-FEBA-CC7D-555F-1F70E821C553}"/>
              </a:ext>
            </a:extLst>
          </p:cNvPr>
          <p:cNvSpPr txBox="1"/>
          <p:nvPr/>
        </p:nvSpPr>
        <p:spPr>
          <a:xfrm>
            <a:off x="1248697" y="2097087"/>
            <a:ext cx="891785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/>
              <a:t>Monthly sales trends show fluctuations with peak and low periods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/>
              <a:t>Region-wise analysis indicates that the East region contributes the highest sales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/>
              <a:t>Channel performance comparison shows Store channel leading slightly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r>
              <a:rPr lang="en-IN" dirty="0"/>
              <a:t>- Payment method analysis highlights Debit Card as the most preferred option</a:t>
            </a:r>
          </a:p>
        </p:txBody>
      </p:sp>
    </p:spTree>
    <p:extLst>
      <p:ext uri="{BB962C8B-B14F-4D97-AF65-F5344CB8AC3E}">
        <p14:creationId xmlns:p14="http://schemas.microsoft.com/office/powerpoint/2010/main" val="785638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9D77B-670E-696F-C6C2-D39AB317A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992144"/>
            <a:ext cx="9905998" cy="1478570"/>
          </a:xfrm>
        </p:spPr>
        <p:txBody>
          <a:bodyPr/>
          <a:lstStyle/>
          <a:p>
            <a:r>
              <a:rPr lang="en-IN" dirty="0"/>
              <a:t>Business Impact</a:t>
            </a:r>
            <a:br>
              <a:rPr lang="en-IN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951E2C-3B2B-4FE3-2D00-925D0E10BE2A}"/>
              </a:ext>
            </a:extLst>
          </p:cNvPr>
          <p:cNvSpPr txBox="1"/>
          <p:nvPr/>
        </p:nvSpPr>
        <p:spPr>
          <a:xfrm>
            <a:off x="1071717" y="1927123"/>
            <a:ext cx="806982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/>
              <a:t>Helps in understanding overall sales performance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/>
              <a:t>Identifies high-performing regions and categories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/>
              <a:t>Supports better inventory and sales decision-making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r>
              <a:rPr lang="en-IN" dirty="0"/>
              <a:t>- Enables quick and effective monitoring through visualization</a:t>
            </a:r>
          </a:p>
        </p:txBody>
      </p:sp>
    </p:spTree>
    <p:extLst>
      <p:ext uri="{BB962C8B-B14F-4D97-AF65-F5344CB8AC3E}">
        <p14:creationId xmlns:p14="http://schemas.microsoft.com/office/powerpoint/2010/main" val="1051811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E4958-5C19-6DD7-BAEC-5EC0FD1E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  <a:br>
              <a:rPr lang="en-IN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6A94B8-7E6B-33C4-82B7-6CCEC7C6F651}"/>
              </a:ext>
            </a:extLst>
          </p:cNvPr>
          <p:cNvSpPr txBox="1"/>
          <p:nvPr/>
        </p:nvSpPr>
        <p:spPr>
          <a:xfrm>
            <a:off x="1141413" y="1494503"/>
            <a:ext cx="746918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IN" dirty="0"/>
              <a:t>- The project successfully </a:t>
            </a:r>
            <a:r>
              <a:rPr lang="en-IN" dirty="0" err="1"/>
              <a:t>analyzed</a:t>
            </a:r>
            <a:r>
              <a:rPr lang="en-IN" dirty="0"/>
              <a:t> retail sales and inventory data.</a:t>
            </a:r>
          </a:p>
          <a:p>
            <a:endParaRPr lang="en-IN" dirty="0"/>
          </a:p>
          <a:p>
            <a:r>
              <a:rPr lang="en-IN" dirty="0"/>
              <a:t>- It helped in understanding customer </a:t>
            </a:r>
            <a:r>
              <a:rPr lang="en-IN" dirty="0" err="1"/>
              <a:t>behavior</a:t>
            </a:r>
            <a:r>
              <a:rPr lang="en-IN" dirty="0"/>
              <a:t>, sales trends, and product performance.</a:t>
            </a:r>
          </a:p>
          <a:p>
            <a:endParaRPr lang="en-IN" dirty="0"/>
          </a:p>
          <a:p>
            <a:r>
              <a:rPr lang="en-IN" dirty="0"/>
              <a:t>- Sales are mainly influenced by price and quantity.</a:t>
            </a:r>
          </a:p>
          <a:p>
            <a:endParaRPr lang="en-IN" dirty="0"/>
          </a:p>
          <a:p>
            <a:r>
              <a:rPr lang="en-IN" dirty="0"/>
              <a:t>- Inventory analysis helped identify products that need restocking.</a:t>
            </a:r>
          </a:p>
          <a:p>
            <a:endParaRPr lang="en-IN" dirty="0"/>
          </a:p>
          <a:p>
            <a:r>
              <a:rPr lang="en-IN" dirty="0"/>
              <a:t>- The Power BI dashboard provided clear and interactive insights.</a:t>
            </a:r>
          </a:p>
          <a:p>
            <a:endParaRPr lang="en-IN" dirty="0"/>
          </a:p>
          <a:p>
            <a:r>
              <a:rPr lang="en-IN" dirty="0"/>
              <a:t>- Overall, the project supports better business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123771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9406F-6BB4-A338-337B-BC4A85288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FUTURE SCOPE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A05243-DB95-19E4-630F-3440B9160E2A}"/>
              </a:ext>
            </a:extLst>
          </p:cNvPr>
          <p:cNvSpPr txBox="1"/>
          <p:nvPr/>
        </p:nvSpPr>
        <p:spPr>
          <a:xfrm>
            <a:off x="1141413" y="1435510"/>
            <a:ext cx="733399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IN" dirty="0"/>
              <a:t>- Apply machine learning models to predict future sales trends.</a:t>
            </a:r>
          </a:p>
          <a:p>
            <a:endParaRPr lang="en-IN" dirty="0"/>
          </a:p>
          <a:p>
            <a:r>
              <a:rPr lang="en-IN" dirty="0"/>
              <a:t>- Implement real-time data analysis for live monitoring.</a:t>
            </a:r>
          </a:p>
          <a:p>
            <a:endParaRPr lang="en-IN" dirty="0"/>
          </a:p>
          <a:p>
            <a:r>
              <a:rPr lang="en-IN" dirty="0"/>
              <a:t>- Automate data collection and processing using data pipelines.</a:t>
            </a:r>
          </a:p>
          <a:p>
            <a:endParaRPr lang="en-IN" dirty="0"/>
          </a:p>
          <a:p>
            <a:r>
              <a:rPr lang="en-IN" dirty="0"/>
              <a:t>- Include more customer data for deeper analysis.</a:t>
            </a:r>
          </a:p>
          <a:p>
            <a:endParaRPr lang="en-IN" dirty="0"/>
          </a:p>
          <a:p>
            <a:r>
              <a:rPr lang="en-IN" dirty="0"/>
              <a:t>- Enhance dashboard with advanced visualizations.</a:t>
            </a:r>
          </a:p>
          <a:p>
            <a:endParaRPr lang="en-IN" dirty="0"/>
          </a:p>
          <a:p>
            <a:r>
              <a:rPr lang="en-IN" dirty="0"/>
              <a:t>- Develop a web-based system for better accessibility.</a:t>
            </a:r>
          </a:p>
          <a:p>
            <a:endParaRPr lang="en-IN" dirty="0"/>
          </a:p>
          <a:p>
            <a:r>
              <a:rPr lang="en-IN" dirty="0"/>
              <a:t>- Improve inventory management using predictive techniques.</a:t>
            </a:r>
          </a:p>
        </p:txBody>
      </p:sp>
    </p:spTree>
    <p:extLst>
      <p:ext uri="{BB962C8B-B14F-4D97-AF65-F5344CB8AC3E}">
        <p14:creationId xmlns:p14="http://schemas.microsoft.com/office/powerpoint/2010/main" val="7134860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39</TotalTime>
  <Words>926</Words>
  <Application>Microsoft Office PowerPoint</Application>
  <PresentationFormat>Widescreen</PresentationFormat>
  <Paragraphs>192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Tw Cen MT</vt:lpstr>
      <vt:lpstr>Circuit</vt:lpstr>
      <vt:lpstr>OMNICHANNEL RETAIL SALES AND INVENTORY ANALYTICS DASHBOARD  </vt:lpstr>
      <vt:lpstr>INTRODUCTION</vt:lpstr>
      <vt:lpstr>OBJECTIVES</vt:lpstr>
      <vt:lpstr>DATASET OVERVIEW</vt:lpstr>
      <vt:lpstr>Tools used</vt:lpstr>
      <vt:lpstr>Data cleaning</vt:lpstr>
      <vt:lpstr>EXPLORATORY DATA ANALYSIS (EDA) </vt:lpstr>
      <vt:lpstr>CORRELATION &amp; HEATMAP </vt:lpstr>
      <vt:lpstr>KEY INSIGHTS </vt:lpstr>
      <vt:lpstr>POWER BI DASHBOARD  </vt:lpstr>
      <vt:lpstr>PowerPoint Presentation</vt:lpstr>
      <vt:lpstr>DASHBOARD INSIGHTS  Key Performance Indicators (KPIs): </vt:lpstr>
      <vt:lpstr>Visual insights</vt:lpstr>
      <vt:lpstr>Business Impact </vt:lpstr>
      <vt:lpstr>CONCLUSION </vt:lpstr>
      <vt:lpstr>FUTURE SCOPE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radhi ahiwasi</dc:creator>
  <cp:lastModifiedBy>radhi ahiwasi</cp:lastModifiedBy>
  <cp:revision>4</cp:revision>
  <dcterms:created xsi:type="dcterms:W3CDTF">2026-04-13T13:28:10Z</dcterms:created>
  <dcterms:modified xsi:type="dcterms:W3CDTF">2026-04-14T12:05:27Z</dcterms:modified>
</cp:coreProperties>
</file>